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2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1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06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0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4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6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15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3878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44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24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33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19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7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5E3A3EE-026B-4CB8-B425-604499C82C5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814FE-E28E-4451-BA36-6A62C4450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38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2A86-FF01-41AF-BB71-15B544D50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832" y="543606"/>
            <a:ext cx="8825658" cy="3329581"/>
          </a:xfrm>
        </p:spPr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74426-62FD-40B1-A1EE-53801896B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621" y="464960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I used this data to complete this task</a:t>
            </a:r>
            <a:r>
              <a:rPr lang="hy-AM" sz="1600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Articles.csv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transactions-2p-42.csv</a:t>
            </a:r>
          </a:p>
        </p:txBody>
      </p:sp>
    </p:spTree>
    <p:extLst>
      <p:ext uri="{BB962C8B-B14F-4D97-AF65-F5344CB8AC3E}">
        <p14:creationId xmlns:p14="http://schemas.microsoft.com/office/powerpoint/2010/main" val="3491903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0E6F-AC0A-4605-A408-462B74BA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</a:rPr>
              <a:t>Main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E961E-47F3-4D87-AF60-BA91AC7E1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b="0" dirty="0">
                <a:effectLst/>
              </a:rPr>
              <a:t>umber of customers – 230,688</a:t>
            </a:r>
          </a:p>
          <a:p>
            <a:r>
              <a:rPr lang="en-US" dirty="0"/>
              <a:t>N</a:t>
            </a:r>
            <a:r>
              <a:rPr lang="en-US" b="0" dirty="0">
                <a:effectLst/>
              </a:rPr>
              <a:t>umber of transactions </a:t>
            </a:r>
            <a:r>
              <a:rPr lang="en-US" dirty="0"/>
              <a:t>– 336,078</a:t>
            </a:r>
          </a:p>
          <a:p>
            <a:r>
              <a:rPr lang="en-US" dirty="0"/>
              <a:t>Average spending per customer per yea</a:t>
            </a:r>
            <a:r>
              <a:rPr lang="en-US" b="0" dirty="0">
                <a:effectLst/>
              </a:rPr>
              <a:t>r - </a:t>
            </a:r>
            <a:r>
              <a:rPr lang="en-US" dirty="0"/>
              <a:t>0.036 $</a:t>
            </a:r>
            <a:endParaRPr lang="en-US" b="0" dirty="0">
              <a:effectLst/>
            </a:endParaRPr>
          </a:p>
          <a:p>
            <a:r>
              <a:rPr lang="en-US" dirty="0"/>
              <a:t>Min price - 0.000186</a:t>
            </a:r>
            <a:r>
              <a:rPr lang="hy-AM" dirty="0"/>
              <a:t> </a:t>
            </a:r>
            <a:r>
              <a:rPr lang="en-US" dirty="0"/>
              <a:t>$</a:t>
            </a:r>
          </a:p>
          <a:p>
            <a:r>
              <a:rPr lang="en-US" dirty="0"/>
              <a:t>Max price – 0.5 $</a:t>
            </a:r>
          </a:p>
          <a:p>
            <a:r>
              <a:rPr lang="en-US" dirty="0"/>
              <a:t>Median price – 0.025 $</a:t>
            </a:r>
          </a:p>
        </p:txBody>
      </p:sp>
    </p:spTree>
    <p:extLst>
      <p:ext uri="{BB962C8B-B14F-4D97-AF65-F5344CB8AC3E}">
        <p14:creationId xmlns:p14="http://schemas.microsoft.com/office/powerpoint/2010/main" val="2269413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0255-50A9-4937-9B97-2D6276B1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369"/>
            <a:ext cx="8776318" cy="291823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Product trend changes through seasons of the year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03F66E-1F98-4BF0-8FCF-1901E15F0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5855" y="958275"/>
            <a:ext cx="6601746" cy="1505160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04FA358-C356-4E23-BEF7-1244B8895A38}"/>
              </a:ext>
            </a:extLst>
          </p:cNvPr>
          <p:cNvSpPr txBox="1">
            <a:spLocks/>
          </p:cNvSpPr>
          <p:nvPr/>
        </p:nvSpPr>
        <p:spPr>
          <a:xfrm>
            <a:off x="838200" y="2816841"/>
            <a:ext cx="8776318" cy="2918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Product trend changes through the years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3F662E-E16F-4BBE-9605-D19BFAC89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54" y="3531473"/>
            <a:ext cx="6659499" cy="121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4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4D90D8-7FC1-4677-87D3-6843D1F9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918" y="1054714"/>
            <a:ext cx="3942057" cy="658675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+mn-lt"/>
              </a:rPr>
              <a:t>Product groups with the highest customer loyalty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1840350-0276-4289-B0AF-0EDCDACBED53}"/>
              </a:ext>
            </a:extLst>
          </p:cNvPr>
          <p:cNvSpPr txBox="1">
            <a:spLocks/>
          </p:cNvSpPr>
          <p:nvPr/>
        </p:nvSpPr>
        <p:spPr>
          <a:xfrm>
            <a:off x="1469994" y="1054715"/>
            <a:ext cx="3537012" cy="496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+mn-lt"/>
              </a:rPr>
              <a:t>Product group name and count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DF5C1-153E-4DCF-A6A7-C6912B786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98" y="1879962"/>
            <a:ext cx="2353003" cy="3440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E3DD02-BF56-4DDD-AE33-5366AC83E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180" y="1879962"/>
            <a:ext cx="2353003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29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AE24DD6-0337-44D6-8099-C6B9E07FFA47}"/>
              </a:ext>
            </a:extLst>
          </p:cNvPr>
          <p:cNvSpPr txBox="1">
            <a:spLocks/>
          </p:cNvSpPr>
          <p:nvPr/>
        </p:nvSpPr>
        <p:spPr>
          <a:xfrm>
            <a:off x="6095999" y="1178522"/>
            <a:ext cx="4645982" cy="6058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+mn-lt"/>
              </a:rPr>
              <a:t>Top 10 revenue-generating product types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A39E7D-CBC0-4E0A-871C-298F2F1EC4BC}"/>
              </a:ext>
            </a:extLst>
          </p:cNvPr>
          <p:cNvSpPr txBox="1">
            <a:spLocks/>
          </p:cNvSpPr>
          <p:nvPr/>
        </p:nvSpPr>
        <p:spPr>
          <a:xfrm>
            <a:off x="1622394" y="1207115"/>
            <a:ext cx="3537012" cy="496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+mn-lt"/>
              </a:rPr>
              <a:t>Most popular color category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BC9153-F6DF-4B0D-B1CF-2EB947628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109" y="1916557"/>
            <a:ext cx="2381582" cy="4658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CE773A-EB43-4766-8998-1A71D873E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719" y="1916557"/>
            <a:ext cx="3353268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948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89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Data analysis</vt:lpstr>
      <vt:lpstr>Main indicators</vt:lpstr>
      <vt:lpstr>Product trend changes through seasons of the year</vt:lpstr>
      <vt:lpstr>Product groups with the highest customer loyalty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</dc:title>
  <dc:creator>Artush Darchinyan</dc:creator>
  <cp:lastModifiedBy>Artush Darchinyan</cp:lastModifiedBy>
  <cp:revision>6</cp:revision>
  <dcterms:created xsi:type="dcterms:W3CDTF">2025-12-02T19:35:09Z</dcterms:created>
  <dcterms:modified xsi:type="dcterms:W3CDTF">2025-12-02T20:02:43Z</dcterms:modified>
</cp:coreProperties>
</file>